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5eb9c98c74d438f" /><Relationship Type="http://schemas.openxmlformats.org/package/2006/relationships/metadata/core-properties" Target="/docProps/core.xml" Id="Rd1291fda2b9141ba" /><Relationship Type="http://schemas.openxmlformats.org/officeDocument/2006/relationships/extended-properties" Target="/docProps/app.xml" Id="Re6ce456ae11d432d" /><Relationship Type="http://schemas.openxmlformats.org/officeDocument/2006/relationships/custom-properties" Target="/docProps/custom.xml" Id="Rf4aef1e5a1d648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/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772cb8e124c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24158ff2e41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90d5196d544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3af99457d44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6a666b76e43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14e9d72dab442a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2026-10-08T05:05:19Z</dcterms:created>
  <cp:lastModifiedBy>OfficeCLI</cp:lastModifiedBy>
  <dcterms:modified xsi:type="dcterms:W3CDTF">2026-10-08T05:05:19Z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2026-10-08T05:05:19Z</vt:lpwstr>
  </op:property>
</op:Properties>
</file>